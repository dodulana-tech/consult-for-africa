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INSERT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THIRD MOTION  /  SECONDMENTS AND FRACTIONAL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When you need senior capability now, not in 6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44068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44068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83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SECONDMENT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983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Full-time, embedded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498348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 CFA consultant deployed full-time into your hospital. They sit in your office, attend your stand-ups, own a P&amp;L line.</a:t>
            </a:r>
          </a:p>
          <a:p>
            <a:pPr algn="l">
              <a:spcBef>
                <a:spcPts val="1400"/>
              </a:spcBef>
            </a:pPr>
            <a:r>
              <a:rPr sz="1000" b="1">
                <a:solidFill>
                  <a:srgbClr val="D4AF37"/>
                </a:solidFill>
                <a:latin typeface="Calibri"/>
              </a:rPr>
              <a:t>TYPICAL DURATION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3 to 12 months. Most engagements run 6 months with optional extension.</a:t>
            </a:r>
          </a:p>
          <a:p>
            <a:pPr algn="l">
              <a:spcBef>
                <a:spcPts val="1000"/>
              </a:spcBef>
            </a:pPr>
            <a:r>
              <a:rPr sz="1000" b="1">
                <a:solidFill>
                  <a:srgbClr val="D4AF37"/>
                </a:solidFill>
                <a:latin typeface="Calibri"/>
              </a:rPr>
              <a:t>BEST FOR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Interim COO during turnaround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Embedded transformation lead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Acting CHRO during HR overhaul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286000"/>
            <a:ext cx="5440680" cy="41148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286000"/>
            <a:ext cx="544068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4983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FRACTIONAL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983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Senior, part-time, ongoing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498348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 senior CFA leader works with you 1 to 3 days a week over a longer horizon. Strategic capability without the cost of a full-time hire.</a:t>
            </a:r>
          </a:p>
          <a:p>
            <a:pPr algn="l">
              <a:spcBef>
                <a:spcPts val="1400"/>
              </a:spcBef>
            </a:pPr>
            <a:r>
              <a:rPr sz="1000" b="1">
                <a:solidFill>
                  <a:srgbClr val="D4AF37"/>
                </a:solidFill>
                <a:latin typeface="Calibri"/>
              </a:rPr>
              <a:t>TYPICAL DURATION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6 to 12 months, often renewed. 1 to 3 days per week.</a:t>
            </a:r>
          </a:p>
          <a:p>
            <a:pPr algn="l">
              <a:spcBef>
                <a:spcPts val="1000"/>
              </a:spcBef>
            </a:pPr>
            <a:r>
              <a:rPr sz="1000" b="1">
                <a:solidFill>
                  <a:srgbClr val="D4AF37"/>
                </a:solidFill>
                <a:latin typeface="Calibri"/>
              </a:rPr>
              <a:t>BEST FOR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Fractional CMO during clinical strategy reset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Fractional CFO for financial discipline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Fractional CHRO for talent transformation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Calibri"/>
              </a:rPr>
              <a:t>Senior capability you can hire by the month, not the headcount 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INSERT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SECONDMENTS AND FRACTIONAL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Senior roles, monthly cost, what you 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064240" cy="640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395728"/>
            <a:ext cx="868680" cy="25603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868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FRACTIONAL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8600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Fractional Chief Medical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603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N4M to N7M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59152"/>
            <a:ext cx="6766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 to 3 days a week. Clinical strategy, governance, quality oversight, medical leadership.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035808"/>
            <a:ext cx="868680" cy="25603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35808"/>
            <a:ext cx="868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FRACTIONAL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92608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Fractional CHRO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0040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N3M to N5M 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999232"/>
            <a:ext cx="6766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 to 3 days a week. Workforce strategy, retention, succession planning, HR systems.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11064240" cy="640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675888"/>
            <a:ext cx="868680" cy="25603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675888"/>
            <a:ext cx="868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FRACTIONAL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56616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Fractional CFO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84048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N3M to N6M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639312"/>
            <a:ext cx="6766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 days a week. Financial discipline, cash management, payor strategy, board reporting.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315968"/>
            <a:ext cx="868680" cy="256032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315968"/>
            <a:ext cx="868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SECONDMENT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20624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Interim COO (Secondment)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4805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N6M to N10M / 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279392"/>
            <a:ext cx="6766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Full-time, 6 to 12 months. Daily ops, turnaround, capacity planning, vendor renegotiation.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4956048"/>
            <a:ext cx="868680" cy="256032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868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SECONDMENT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484632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Embedded Transformation Lead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512064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N5M to N8M / 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919472"/>
            <a:ext cx="6766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Full-time, 9 to 12 months. Owns delivery of a named transformation programme end to end.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586984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EXAMPLE BUNDLES  /  WHAT YOU GET FOR WHAT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943600"/>
            <a:ext cx="36118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6016752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Calibri"/>
              </a:rPr>
              <a:t>N40M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989320"/>
            <a:ext cx="2057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6-month Fractional CMO + Maarova for top 5 leaders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5943600"/>
            <a:ext cx="36118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6016752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Calibri"/>
              </a:rPr>
              <a:t>N75M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5989320"/>
            <a:ext cx="2057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12-month Interim COO + CadreHealth talent search + 10 mid-manager hires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5943600"/>
            <a:ext cx="36118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6016752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Calibri"/>
              </a:rPr>
              <a:t>N120M+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989320"/>
            <a:ext cx="2057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Full transformation: 12-month Embedded Lead + Maarova cohort of 10 + CadreHealth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