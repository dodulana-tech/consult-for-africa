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ECONOMICS AND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0B3C5D"/>
                </a:solidFill>
                <a:latin typeface="Calibri"/>
              </a:rPr>
              <a:t>Where every naira goes: hospital, taxes, CFA, professional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749039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SENIOR FRACTIONAL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Fractional CMO at N5M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invoice (ex VAT)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N5,000,000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+ VAT 7.5% (input credit if registered)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N375,000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9184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32841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10% (remitted to FIRS)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332841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N500,000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70332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fee (25%)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70332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N1,250,000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41648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087368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gross (contractor)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87368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N3,750,000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38912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42569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Professional own PIT (~25%)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79" y="442569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N940,000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75488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80060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net cash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80060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N2,810,000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12080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Senior contractor model. Professional invoices CFA, handles own taxes.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39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39" y="2011680"/>
            <a:ext cx="3749039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1999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MID-LEVEL SECONDMENT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1999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Finance Manager at N2M / month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1999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7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invoice (ex VAT)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199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N2,000,000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1999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7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+ VAT 7.5%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78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N150,000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1999" y="329184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81727" y="332841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10% (FIRS)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8" y="332841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N200,000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1999" y="3657600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7" y="370332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fee (20%)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199" y="370332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N400,000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1999" y="400507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7" y="404164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Employer pension + NSITF + ITF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78" y="404164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N190,000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1999" y="4370832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1727" y="4416552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gross salary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199" y="4416552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N1,410,000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1999" y="4718304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81727" y="4754880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PAYE + pension + NHIS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78" y="4754880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N390,000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1999" y="5084064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81727" y="5129784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take-home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199" y="5129784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N1,020,000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1999" y="5541264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CFA is employer of record. Full statutory compliance handled.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38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21038" y="2011680"/>
            <a:ext cx="3749039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58198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LOCUM CLINICAL COVER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58198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Medical Officer shift at N100K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58198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67926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pays per shift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398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N100,000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58198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67926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5% (individual, FIRS)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77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N5,000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58198" y="3364992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67926" y="3410712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margin (12%)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398" y="3410712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N12,000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198" y="3749040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67926" y="379476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payout (instant)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398" y="379476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N83,000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198" y="409651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67926" y="413308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Indemnity (Turaco) bundled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77" y="413308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Included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58198" y="438912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67926" y="442569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Professional own annual PIT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1277" y="442569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Self-managed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58198" y="475488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67926" y="480060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Net cash to professional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398" y="480060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N83,000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58198" y="5212080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Per-shift contractor. Paid via Paystack within 24 hours of shift.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Statutory taxes (VAT, WHT, PAYE, pension) flow to government and pension funds. CFA fee covers sourcing, vetting, payroll, indemnity, and ongoing support.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consultforafrica.com  |  Maarova  |  CadreHealth  |  Indicative figures, subject to engagement specifics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