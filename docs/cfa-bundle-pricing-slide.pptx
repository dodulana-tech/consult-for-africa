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7315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CONSULT FOR AFRICA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455" y="91440"/>
            <a:ext cx="40233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1">
                <a:solidFill>
                  <a:srgbClr val="D4AF37"/>
                </a:solidFill>
                <a:latin typeface="Calibri"/>
              </a:rPr>
              <a:t>INSERT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4AF37"/>
                </a:solidFill>
                <a:latin typeface="Calibri"/>
              </a:rPr>
              <a:t>COMMERCIALS  /  BUNDLE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200" b="1">
                <a:solidFill>
                  <a:srgbClr val="0B3C5D"/>
                </a:solidFill>
                <a:latin typeface="Calibri"/>
              </a:rPr>
              <a:t>The integrated stack: best per-naira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731520" cy="457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2697480" cy="4023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37744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0B3C5D"/>
                </a:solidFill>
                <a:latin typeface="Calibri"/>
              </a:rPr>
              <a:t>UNDER 50 BEDS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651760"/>
            <a:ext cx="2423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Calibri"/>
              </a:rPr>
              <a:t>Boutique Stack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2423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N6M to N10M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70332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First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069080"/>
            <a:ext cx="24231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• Maarova for 2 leaders (assessment + 1:1)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CadreHealth Verified Profile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2 placements credit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Annual leadership check-in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2194560"/>
            <a:ext cx="2697480" cy="4023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37744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0B3C5D"/>
                </a:solidFill>
                <a:latin typeface="Calibri"/>
              </a:rPr>
              <a:t>50 TO 150 BEDS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2651760"/>
            <a:ext cx="2423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Calibri"/>
              </a:rPr>
              <a:t>Foundation Stack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246120"/>
            <a:ext cx="2423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N15M to N25M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70332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First 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4069080"/>
            <a:ext cx="24231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• Maarova for 5 leaders (assessment + 1:1)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CadreHealth Talent Search subscription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5 placements credit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Quarterly leadership review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194560"/>
            <a:ext cx="2697480" cy="402336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194560"/>
            <a:ext cx="2697480" cy="274320"/>
          </a:xfrm>
          <a:prstGeom prst="rect">
            <a:avLst/>
          </a:prstGeom>
          <a:solidFill>
            <a:srgbClr val="D4A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2212848"/>
            <a:ext cx="242316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0B3C5D"/>
                </a:solidFill>
                <a:latin typeface="Calibri"/>
              </a:rPr>
              <a:t>RECOMMENDED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56032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D4AF37"/>
                </a:solidFill>
                <a:latin typeface="Calibri"/>
              </a:rPr>
              <a:t>150 TO 350 BEDS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834640"/>
            <a:ext cx="2423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Calibri"/>
              </a:rPr>
              <a:t>Growth 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429000"/>
            <a:ext cx="2423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N35M to N55M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88620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First year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4251960"/>
            <a:ext cx="24231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• Maarova Enterprise Cohort of 10 leaders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• Executive retreat included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• CadreHealth Workforce Intelligence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• 12 placements credit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FFFFFF"/>
                </a:solidFill>
                <a:latin typeface="Calibri"/>
              </a:rPr>
              <a:t>• Half-yearly board reporting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52560" y="2194560"/>
            <a:ext cx="2697480" cy="402336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89720" y="237744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0B3C5D"/>
                </a:solidFill>
                <a:latin typeface="Calibri"/>
              </a:rPr>
              <a:t>350+ BEDS / MULTI-SITE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2651760"/>
            <a:ext cx="2423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700" b="1">
                <a:solidFill>
                  <a:srgbClr val="111827"/>
                </a:solidFill>
                <a:latin typeface="Calibri"/>
              </a:rPr>
              <a:t>Enterprise Stack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3246120"/>
            <a:ext cx="2423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D4AF37"/>
                </a:solidFill>
                <a:latin typeface="Calibri"/>
              </a:rPr>
              <a:t>From N75M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3703320"/>
            <a:ext cx="242316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First year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4069080"/>
            <a:ext cx="2423160" cy="2103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111827"/>
                </a:solidFill>
                <a:latin typeface="Calibri"/>
              </a:rPr>
              <a:t>• Maarova for 20+ leaders, multi-site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Two retreats per year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CadreHealth multi-facility deployment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25+ placements credit</a:t>
            </a:r>
          </a:p>
          <a:p>
            <a:pPr algn="l">
              <a:spcBef>
                <a:spcPts val="400"/>
              </a:spcBef>
            </a:pPr>
            <a:r>
              <a:rPr sz="1000" b="0">
                <a:solidFill>
                  <a:srgbClr val="111827"/>
                </a:solidFill>
                <a:latin typeface="Calibri"/>
              </a:rPr>
              <a:t>• Dedicated CFA engagement manager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1">
                <a:solidFill>
                  <a:srgbClr val="0B3C5D"/>
                </a:solidFill>
                <a:latin typeface="Calibri"/>
              </a:rPr>
              <a:t>Placements above the credit pool charged at standard 20 to 25% of first-year compensation. Bundle savings of 15 to 25% versus à la carte.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6601968"/>
            <a:ext cx="7315200" cy="228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consultforafrica.com  |  Maarova  |  CadreHealth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