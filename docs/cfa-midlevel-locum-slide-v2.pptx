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MID-LEVEL SECONDMENTS AND LOCUM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Operational managers and clinical cover, on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6424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75688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MID-LEVEL OPERATIONAL SECONDMENTS  /  MONTHLY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8"/>
            <a:ext cx="1106424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50592"/>
            <a:ext cx="20116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FULL-TIME /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1828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FRACTIONAL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50592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WHAT THEY 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7977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Finance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77977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77977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79806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Month-end close, cash flow, payor reconciliation, board pack.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9981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9125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Supply Chain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19125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19125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20954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Procurement systems, vendor terms, stockout reduction, KPI dashboards.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1129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027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Quality &amp; Compliance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60273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60273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62102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JCI / SafeCare prep, clinical audit cycles, incident review systems.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922776"/>
            <a:ext cx="11064240" cy="4114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1421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HR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1421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N1.5M to N2.5M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01421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N600K to N1M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03250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Payroll discipline, performance reviews, retention, NMA / NARD navigation.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34256"/>
            <a:ext cx="110642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2569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IT / Health Information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425696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N1.8M to N3M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425696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N700K to N1.2M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443984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EMR rollouts, data integrity, cybersecurity baseline, HMIS reporting.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17720"/>
            <a:ext cx="7040880" cy="38404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681728"/>
            <a:ext cx="6583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LOCUM CLINICAL COVER  /  PER 8-12 HOUR SHIFT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01768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03834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Consultant Specialist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0" y="503834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N80K to N200K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48656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28523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Medical Officer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28523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N20K to N50K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495544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532120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ICU / Theatre Nurse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553212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N15K to N30K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742432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79008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General Nurse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577900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N10K to N20K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989320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025896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Pharmacist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6025896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N20K to N40K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6236208"/>
            <a:ext cx="704088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272784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Lab Scientist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6272784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N15K to N30K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83096"/>
            <a:ext cx="704088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6519672"/>
            <a:ext cx="4114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Radiographer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651967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N25K to N50K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0" y="4617720"/>
            <a:ext cx="384048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0" y="4681728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HOW LOCUM COVER WORKS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5001768"/>
            <a:ext cx="384048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5093208"/>
            <a:ext cx="36576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Pay only when you book a shift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10 to 15% platform margin on top of locum rate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4,300+ verified professionals across 16 cadres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Indemnity insurance bundled (Turaco)</a:t>
            </a:r>
          </a:p>
          <a:p>
            <a:pPr algn="l">
              <a:spcBef>
                <a:spcPts val="5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Paystack instant payout to professional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6373368"/>
            <a:ext cx="3840480" cy="2926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6409944"/>
            <a:ext cx="3657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EXAMPLE MONTHLY SPEND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6665976"/>
            <a:ext cx="3840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6739128"/>
            <a:ext cx="36576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20 nurse shifts + 8 MO shifts + 4 specialist days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4AF37"/>
                </a:solidFill>
                <a:latin typeface="Calibri"/>
              </a:rPr>
              <a:t>≈ N900K to N1.5M / month, fully covered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11827"/>
                </a:solidFill>
                <a:latin typeface="Calibri"/>
              </a:rPr>
              <a:t>vs. permanent backfill cost: N2.5M+ / month committed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